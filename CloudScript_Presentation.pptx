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CloudScript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Language for Cloud Microservices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Theory of Programming Languages
</a:t>
            </a:r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Course Project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The Problem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Complex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Docker, K8s, OpenAPI - too many files to manage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Repetitive Boilerplate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Same patterns repeated across 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566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Maintenance Burden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Updates require changes in multiple places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Steep Learning Curve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Developers need expertise in many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Our Solution: CloudScript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One Language. </a:t>
            </a:r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Multiple Outputs.
</a:t>
            </a:r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CloudScript is a DSL that lets you define microservices in a simple, declarative syntax. </a:t>
            </a:r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Our compiler automatically generates all deployment configurations, API docs, and containerization files.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3291840"/>
            <a:ext cx="6400800" cy="1828800"/>
          </a:xfrm>
          <a:prstGeom prst="rect">
            <a:avLst/>
          </a:prstGeom>
          <a:solidFill>
            <a:srgbClr val="1E1E1E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34747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UserService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endpoint /users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method: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response: User[]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cache: 5m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 on: kubernetes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Compiler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194560" cy="2286000"/>
          </a:xfrm>
          <a:prstGeom prst="roundRect">
            <a:avLst/>
          </a:prstGeom>
          <a:solidFill>
            <a:srgbClr val="F5F9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Lexical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Tokenization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45720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828800"/>
            <a:ext cx="2194560" cy="2286000"/>
          </a:xfrm>
          <a:prstGeom prst="roundRect">
            <a:avLst/>
          </a:prstGeom>
          <a:solidFill>
            <a:srgbClr val="F5F9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🌳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Syntax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Parse &amp; Build 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743200"/>
            <a:ext cx="45720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828800"/>
            <a:ext cx="2194560" cy="2286000"/>
          </a:xfrm>
          <a:prstGeom prst="roundRect">
            <a:avLst/>
          </a:prstGeom>
          <a:solidFill>
            <a:srgbClr val="F5F9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Code Generation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Docker, K8s, OpenAPI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Key Features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🔤 Simple Syntax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55448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554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🚀 Multi-Platform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📚 Auto-Documentation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83464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Type-Safe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🔌 Protocol Support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4114800"/>
            <a:ext cx="3291840" cy="8229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💾 Database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What CloudScript Generates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Docker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Dockerfile  • docker-compose.yml  • requirements.txt  • app.py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Deployments  • Services  • Ingress  • HPA  • ConfigMaps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• OpenAPI 3.0 spec  • Swagger UI  • Request/Response schemas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Example: E-commerce Platform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UserService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301752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194560" cy="9144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NotificationService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Port: 8006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6 Services • 30+ Endpoints • Full Deployment Config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Testing &amp; Quality Assurance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64008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Lexer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8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64008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Parser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10 tests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474720"/>
            <a:ext cx="6400800" cy="64008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Generator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6 tests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389120"/>
            <a:ext cx="6400800" cy="640080"/>
          </a:xfrm>
          <a:prstGeom prst="roundRect">
            <a:avLst/>
          </a:prstGeom>
          <a:solidFill>
            <a:srgbClr val="F5F9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860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End-to-End Tests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F8C8D"/>
                </a:solidFill>
              </a:rPr>
              <a:t>4 tests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65A82"/>
                </a:solidFill>
              </a:rPr>
              <a:t>Project Results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219456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2000+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Lines of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194560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Test Cases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2194560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Code Generators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CloudScript simplifies microservice development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by providing a declarative DSL that generates
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production-ready deployment configurations.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4114800"/>
            <a:ext cx="4572000" cy="73152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2026-02-14T10:19:48Z</dcterms:created>
  <dcterms:modified xsi:type="dcterms:W3CDTF">2026-02-14T10:19:48Z</dcterms:modified>
</cp:coreProperties>
</file>